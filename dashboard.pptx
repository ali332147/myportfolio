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Sales by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by Shipmode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stackedAreaChart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Sales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Quantity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a401b1c6-fe3b-4475-9ccb-907b20fac0a4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7cac4da5ae364982" /><Relationship Type="http://schemas.openxmlformats.org/officeDocument/2006/relationships/slideLayout" Target="/ppt/slideLayouts/slideLayout8.xml" Id="Rd5c17bc4fc6d4177" /><Relationship Type="http://schemas.openxmlformats.org/officeDocument/2006/relationships/hyperlink" Target="https://app.powerbi.com/groups/me/reports/a401b1c6-fe3b-4475-9ccb-907b20fac0a4/?pbi_source=PowerPoint" TargetMode="External" Id="RelId0" /><Relationship Type="http://schemas.openxmlformats.org/officeDocument/2006/relationships/image" Target="/ppt/media/image4.png" Id="imgId44236069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dashboard1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3/7/2024 6:58:14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3/7/2024 6:16:22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ales by Category ,Sales by Shipmode ,stackedAreaChart ,map ,donutChart ,donutChart ,clusteredBarChart ,slicer ,textbox ,lineChart ,Total Sales ,Profit ,Quantity ,slicer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423606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